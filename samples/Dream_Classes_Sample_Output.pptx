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What is the capital of Bihar?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Gaya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Patna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Muzaffarpur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Bhagalpur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Q1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BACA1"/>
                </a:solidFill>
                <a:latin typeface="Nirmala UI"/>
              </a:rPr>
              <a:t>CORRECT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92024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6600" b="1">
                <a:solidFill>
                  <a:srgbClr val="FF9D4D"/>
                </a:solidFill>
                <a:latin typeface="Nirmala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8732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73F59A"/>
                </a:solidFill>
                <a:latin typeface="Nirmala UI"/>
              </a:rPr>
              <a:t>Patna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99648" cy="2423160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A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9D4D"/>
                </a:solidFill>
                <a:latin typeface="Nirmala U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378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F2F5F2"/>
                </a:solidFill>
                <a:latin typeface="Nirmala UI"/>
              </a:rPr>
              <a:t>Patna is the capital city of Bihar.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Which planet is known as the Red Planet?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Earth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Venus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Mars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Jupiter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Q2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BACA1"/>
                </a:solidFill>
                <a:latin typeface="Nirmala UI"/>
              </a:rPr>
              <a:t>CORRECT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92024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6600" b="1">
                <a:solidFill>
                  <a:srgbClr val="FF9D4D"/>
                </a:solidFill>
                <a:latin typeface="Nirmala U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8732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73F59A"/>
                </a:solidFill>
                <a:latin typeface="Nirmala UI"/>
              </a:rPr>
              <a:t>Mars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99648" cy="2423160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A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9D4D"/>
                </a:solidFill>
                <a:latin typeface="Nirmala U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378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F2F5F2"/>
                </a:solidFill>
                <a:latin typeface="Nirmala UI"/>
              </a:rPr>
              <a:t>Iron minerals in Martian soil give it a red appearance.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Which gas is essential for human respiration?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Oxygen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Nitrogen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Helium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Hydrogen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Q3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7442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FF9D4D"/>
                </a:solidFill>
                <a:latin typeface="Nirmala UI"/>
              </a:rPr>
              <a:t>Answer not provided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9669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0">
                <a:solidFill>
                  <a:srgbClr val="B5C2BA"/>
                </a:solidFill>
                <a:latin typeface="Nirmala UI"/>
              </a:rPr>
              <a:t>Review this question or use configured AI answer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भारत की राजधानी क्या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मुंबई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नई दिल्ली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कोलकाता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चेन्नई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Q1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BACA1"/>
                </a:solidFill>
                <a:latin typeface="Nirmala UI"/>
              </a:rPr>
              <a:t>CORRECT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92024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6600" b="1">
                <a:solidFill>
                  <a:srgbClr val="FF9D4D"/>
                </a:solidFill>
                <a:latin typeface="Nirmala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8732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73F59A"/>
                </a:solidFill>
                <a:latin typeface="Nirmala UI"/>
              </a:rPr>
              <a:t>नई दिल्ली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99648" cy="2423160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A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9D4D"/>
                </a:solidFill>
                <a:latin typeface="Nirmala U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378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F2F5F2"/>
                </a:solidFill>
                <a:latin typeface="Nirmala UI"/>
              </a:rPr>
              <a:t>नई दिल्ली भारत की राजधानी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सबसे छोटी अभाज्य संख्या कौन-सी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Q2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BACA1"/>
                </a:solidFill>
                <a:latin typeface="Nirmala UI"/>
              </a:rPr>
              <a:t>CORRECT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92024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6600" b="1">
                <a:solidFill>
                  <a:srgbClr val="FF9D4D"/>
                </a:solidFill>
                <a:latin typeface="Nirmala U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8732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73F59A"/>
                </a:solidFill>
                <a:latin typeface="Nirmala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99648" cy="2423160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A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9D4D"/>
                </a:solidFill>
                <a:latin typeface="Nirmala U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378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F2F5F2"/>
                </a:solidFill>
                <a:latin typeface="Nirmala UI"/>
              </a:rPr>
              <a:t>2 सबसे छोटी और एकमात्र सम अभाज्य संख्या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59536"/>
            <a:ext cx="3840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77824"/>
            <a:ext cx="2606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92A59A"/>
                </a:solidFill>
                <a:latin typeface="Nirmala UI"/>
              </a:rPr>
              <a:t>SOURCE PAGE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10927080" cy="15727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73F59A"/>
                </a:solidFill>
                <a:latin typeface="Nirmala UI"/>
              </a:rPr>
              <a:t>गया जिला किस राज्य में स्थित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A.  झारखंड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54096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5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B.  बिहार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C.  उत्तर प्रदेश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79392"/>
            <a:ext cx="5367528" cy="1078992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63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093208" cy="9875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FFFFFF"/>
                </a:solidFill>
                <a:latin typeface="Nirmala UI"/>
              </a:rPr>
              <a:t>D.  मध्य प्रदेश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108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9D4D"/>
                </a:solidFill>
                <a:latin typeface="Nirmala UI"/>
              </a:rPr>
              <a:t>DREAM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56032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2A59A"/>
                </a:solidFill>
                <a:latin typeface="Nirmala UI"/>
              </a:rPr>
              <a:t>PPT MAKER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67512"/>
            <a:ext cx="11000232" cy="10972"/>
          </a:xfrm>
          <a:prstGeom prst="rect">
            <a:avLst/>
          </a:prstGeom>
          <a:solidFill>
            <a:srgbClr val="2A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71877A"/>
                </a:solidFill>
                <a:latin typeface="Nirmala UI"/>
              </a:rPr>
              <a:t>DREAM SIR  •  KOTHWARA, DOBHI, GAYA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83096"/>
            <a:ext cx="128016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71877A"/>
                </a:solidFill>
                <a:latin typeface="Nirmala U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886968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9D4D"/>
                </a:solidFill>
                <a:latin typeface="Nirmala UI"/>
              </a:rPr>
              <a:t>Q3  /  ANSWER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9BACA1"/>
                </a:solidFill>
                <a:latin typeface="Nirmala UI"/>
              </a:rPr>
              <a:t>CORRECT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92024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6600" b="1">
                <a:solidFill>
                  <a:srgbClr val="FF9D4D"/>
                </a:solidFill>
                <a:latin typeface="Nirmala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8732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73F59A"/>
                </a:solidFill>
                <a:latin typeface="Nirmala UI"/>
              </a:rPr>
              <a:t>बिहार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99648" cy="2423160"/>
          </a:xfrm>
          <a:prstGeom prst="roundRect">
            <a:avLst/>
          </a:prstGeom>
          <a:solidFill>
            <a:srgbClr val="101D16"/>
          </a:solidFill>
          <a:ln w="12700">
            <a:solidFill>
              <a:srgbClr val="2A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9D4D"/>
                </a:solidFill>
                <a:latin typeface="Nirmala U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378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F2F5F2"/>
                </a:solidFill>
                <a:latin typeface="Nirmala UI"/>
              </a:rPr>
              <a:t>गया बिहार राज्य का एक जिला है।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 Classes Bilingual Sample</dc:title>
  <dc:subject>Editable PDF-to-PowerPoint question presentation</dc:subject>
  <dc:creator>Dream Sir · Dream Classes</dc:creator>
  <cp:keywords/>
  <dc:description>Generated by Dream Classes PPT Maker AI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